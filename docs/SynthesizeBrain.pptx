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Work\SynthesizeBrain\output\output_N500_K133_R136_s3806857573\mip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5212080" y="457200"/>
            <a:ext cx="365760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371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SynthesizeBrain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4864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FlyCircuit warp volumes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合成單神經元自動分割的訓練資料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3611880"/>
            <a:ext cx="731520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749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Paired intensity + instance-label volumes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 dense-neuron auto-segmentation training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 Meeting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為什麼需要這個專案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密集染色腦影像的 single-neuron auto-segmentation 需要大量「每顆神經元都有 ground-truth 遮罩」的訓練資料 — 而真實標註代價太高。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73152" cy="2103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手動標註每顆神經元的 voxel mask 極度耗時；公開資料稀少且規模小。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28600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286000"/>
            <a:ext cx="73152" cy="2103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FlyCircuit 有 ~10000 顆已 warp 到共同腦空間的單神經元影像，每顆都是乾淨的 ground truth。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286000"/>
            <a:ext cx="73152" cy="2103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從中挑 N 顆疊成密集配對資料：intensity 影像 + voxel-level label 圖，拿來訓練 auto-seg model。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DATASET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 dataset: FlyCircuit warp volumes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9,987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warped single-neuron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volumes (AmiraMesh)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共同標準腦座標系 989 × 646 × 337 voxels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GAL4 driver 組成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737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VGlut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32120" y="1828800"/>
            <a:ext cx="315468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6,001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32120" y="2514600"/>
            <a:ext cx="1010175" cy="320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3735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2,728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32120" y="3200400"/>
            <a:ext cx="182880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3154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994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794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Tdc2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32120" y="3886200"/>
            <a:ext cx="18288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CONSTRAINTS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兩條幾何限制決定可否共存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73152" cy="3474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bbox 覆蓋率 ≥ 50 %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3474720" cy="914400"/>
          </a:xfrm>
          <a:prstGeom prst="rect">
            <a:avLst/>
          </a:prstGeom>
          <a:solidFill>
            <a:srgbClr val="F7F5F0"/>
          </a:solidFill>
          <a:ln w="3810">
            <a:solidFill>
              <a:srgbClr val="D5D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|bbox(n) ∩ ⋃ bbox(m)| / |bbox(n)| ≥ 0.5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每顆 neuron 的 tight bbox 至少有一半體積被其他已選 neuron 的 bbox 聯集覆蓋 — 防止空間分離太散、失去 segmentation 難度。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73152" cy="3474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7607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Voxel 不重疊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2103120"/>
            <a:ext cx="3474720" cy="914400"/>
          </a:xfrm>
          <a:prstGeom prst="rect">
            <a:avLst/>
          </a:prstGeom>
          <a:solidFill>
            <a:srgbClr val="F7F5F0"/>
          </a:solidFill>
          <a:ln w="3810">
            <a:solidFill>
              <a:srgbClr val="D5D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∀ m ≠ n:  voxels(n) ∩ voxels(m) = 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任兩顆 neuron 的非零 voxel 必須互斥 — 真實腦中不可能重疊，但 warp 自不同個體容易有像素撞在一起。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Processing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34340" y="1645920"/>
            <a:ext cx="1828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4420" y="137160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43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INDEX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150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scan 9987 .am → bbox + nnz cache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單次執行 18 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308860" y="2468880"/>
            <a:ext cx="201168" cy="182880"/>
          </a:xfrm>
          <a:prstGeom prst="rtTriangl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3180" y="1645920"/>
            <a:ext cx="1828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3260" y="137160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32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831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2034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 N 顆滿足 C1+C2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2034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~60 秒 / N=500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457700" y="2468880"/>
            <a:ext cx="201168" cy="182880"/>
          </a:xfrm>
          <a:prstGeom prst="rtTriangl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2020" y="1645920"/>
            <a:ext cx="1828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72100" y="137160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21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320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COMPOSE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918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貼到 989×646×337 canvas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918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intensity + labels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rot="5400000">
            <a:off x="6606540" y="2468880"/>
            <a:ext cx="201168" cy="182880"/>
          </a:xfrm>
          <a:prstGeom prst="rtTriangl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80860" y="1645920"/>
            <a:ext cx="1828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20940" y="137160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209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808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1802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 / nii.gz / MIP / video / csv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1802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~8 秒 I/O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所有輸出都在 output/output_N{req}_K{c1}_R{total}_s{seed}/ 同一個資料夾，方便成對使用。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三階段選樣演算法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280160"/>
            <a:ext cx="2743200" cy="6400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GREEDY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依「bbox 密度分數」排序，依序試裝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建立每顆 neuron 的 tight-bbox 密度分數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高分者優先嘗試加入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只檢查 C2（voxel 不重疊）— C1 後續再管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 seed-driven noise 讓每次結果不同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743200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REPAIR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 C1 違規者、丟掉並用其他 candidate 補回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51460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計算每顆的 bbox 覆蓋率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違規者（&lt;50%）被 drop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從剩餘 pool 補進不違規的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最多迭代 5 輪或收斂為止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280160"/>
            <a:ext cx="2743200" cy="640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EXPAND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塞剩下任何能容納的 neuron（放寬 C1）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51460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只看 C2 是否通過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允許 C1 違規 — 這些額外顆數算 bonus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K (under-C1) 升級到 R (rendered total)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− K = 多得的訓練密度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經驗性發現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~150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packing ceiling 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voxel 互斥下的物理上限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188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0.059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mean pairwise Jaccard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runs 之間的重疊度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1188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70 %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2179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neurons used only once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出現在唯一 run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飽和原因：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9987 顆總 nnz voxels ≈ 250 M，canvas 只有 215 M voxels，密集區平均每 voxel 要被 1.16+ 顆神經元占用。voxel 互斥下只能撐 ~150 顆。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多樣性夠：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任兩組訓練樣本平均僅共享 ~6% neurons，沒有 neuron 跨 7 runs 以上出現 → 無「過擬合熱點」。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合成結果：N = 500、R = 156 顆</a:t>
            </a:r>
            <a:endParaRPr lang="en-US" sz="2800" dirty="0"/>
          </a:p>
        </p:txBody>
      </p:sp>
      <p:pic>
        <p:nvPicPr>
          <p:cNvPr id="6" name="Image 0" descr="C:\Users\USER\Work\SynthesizeBrain\output\output_N500_K133_R136_s3806857573\m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900" y="1234440"/>
            <a:ext cx="541020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MIP 三軸視圖：上列 intensity、下列 instance labels（亂色顯示）。Canvas 989 × 646 × 337、~2 M non-zero voxels。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每次合成產生的檔案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intensity.am / .nii.gz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325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uint16 強度影像，canvas 989×646×337 + 加上 N(100, 50) Gaussian 雜訊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26680" y="1325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~400 MB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labels.am / .nii.gz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uint16 label 欄位（Avizo 原生 label field，有 Materials 區段與 per-label 顏色）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2668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~400 MB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neuron_list.tsv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2331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每顆 label 對應到哪顆原始 warp 檔 + driver + phase (greedy/repair/expand) + bbox coverage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26680" y="2331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~20 KB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contacts.csv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2834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兩兩神經元 voxel 接觸統計：面 (F)、邊 (E)、頂點 (V) 各自的 voxel pair 數量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2668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~5 KB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mip.png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63240" y="3337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 MIP 預覽圖（intensity + labels 六宮格）用於快速肉眼驗證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26680" y="3337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~300 KB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scan_video.mp4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63240" y="3840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 label 掃描影片 — 新 neuron 亮白、舊的暗灰、左上角字卡 N = 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~1 MB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NOISE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雜訊模型：模擬 sCMOS / confocal 相機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2194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intensity' = intensity + baseline + 𝒩(0, σ)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A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clipped to [0, 65535]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 = 100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σ = 50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 sCMOS dark-current level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73152" cy="32004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為什麼需要 baseline offset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baseline：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clip at 0 會讓背景變成 folded Gaussian、mean 被推高到 ≈ 0.4σ、分布偏斜。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baseline = 100：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背景落在乾淨的 N(100, 50)，只有 ~2.3% 尾巴會 clip；符合真實相機 dark-current offset 物理。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實測驗證：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 10×10×10 corner mean = 97.84, std = 50.17 — 對應理論 100/50。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labels.am 完全不加雜訊 — ground truth 保持乾淨、供 loss function 使用。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731520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1645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9987 顆 FlyCircuit warp volumes（4 個 GAL4 driver 混合）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21031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每次一組 paired (intensity, labels) 3D volume + 分析檔 + 視訊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560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3-phase selection（greedy → repair → expand），支援隨機 seed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3017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= 500 request、K ≈ 140 / R ≈ 150 achieved per run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多樣性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34747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runs 產出 1079 unique 神經元，pairwise Jaccard 0.06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931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5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single-neuron auto-segmentation 演算法訓練資料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SynthesizeBrain: Paired Training Volumes for Single-Neuron Auto-Segmentation</dc:title>
  <dc:subject>PptxGenJS Presentation</dc:subject>
  <dc:creator>SynthesizeBrain</dc:creator>
  <cp:lastModifiedBy>SynthesizeBrain</cp:lastModifiedBy>
  <cp:revision>1</cp:revision>
  <dcterms:created xsi:type="dcterms:W3CDTF">2026-04-22T15:14:47Z</dcterms:created>
  <dcterms:modified xsi:type="dcterms:W3CDTF">2026-04-22T15:14:47Z</dcterms:modified>
</cp:coreProperties>
</file>